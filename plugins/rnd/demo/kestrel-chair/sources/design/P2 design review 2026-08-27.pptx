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Assembly time (min)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Tester 1</c:v>
                </c:pt>
                <c:pt idx="1">
                  <c:v>Tester 2</c:v>
                </c:pt>
                <c:pt idx="2">
                  <c:v>Tester 3</c:v>
                </c:pt>
                <c:pt idx="3">
                  <c:v>Tester 4</c:v>
                </c:pt>
                <c:pt idx="4">
                  <c:v>Tester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9.1</c:v>
                </c:pt>
                <c:pt idx="1">
                  <c:v>10.8</c:v>
                </c:pt>
                <c:pt idx="2">
                  <c:v>11.4</c:v>
                </c:pt>
                <c:pt idx="3">
                  <c:v>12.5</c:v>
                </c:pt>
                <c:pt idx="4">
                  <c:v>14.2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Recycled content and unit cost come from the Sourcing quote workbook, July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Hypotheses from TR-2026-031: H1 sharp radius, H2 casting porosity, H3 bolt preload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Unit cost deltas are per chair at 5,000 units and include both armrests.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is 10 minutes. Testers 1 and 2 used the printed guide; the backrest-to-mechanism step took longest for everyone. Captive screws on the backrest are estimated to save about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Finance will not approve a configuration above USD 120 landed cost without a price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KESTREL P2 Design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27 August 2026 · Product, Engineering, Sourcing, Marketing, Finance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P2 results against targets</a:t>
            </a:r>
          </a:p>
          <a:p>
            <a:pPr/>
            <a:r>
              <a:t>Armrest bracket failure (T5)</a:t>
            </a:r>
          </a:p>
          <a:p>
            <a:pPr/>
            <a:r>
              <a:t>Options and costs</a:t>
            </a:r>
          </a:p>
          <a:p>
            <a:pPr/>
            <a:r>
              <a:t>Assembly time</a:t>
            </a:r>
          </a:p>
          <a:p>
            <a:pPr/>
            <a:r>
              <a:t>Customer voice</a:t>
            </a:r>
          </a:p>
          <a:p>
            <a:pPr/>
            <a:r>
              <a:t>Decision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P2 against targets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8412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P2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Base diameter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600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592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Seat 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460–490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475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13.2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Carton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0.12 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0.118 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Shell fatigue (T2)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120,000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120,000, no 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Armrest fatigue (T5)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60,000 cycles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38,500 / 41,200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FAIL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Assembly time (T9)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11.6 min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FAIL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Recycled content (BOM estimate)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≥ 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MISS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Unit cost at 5k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≤ USD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USD 116.85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Armrest bracket failure (T5)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Zinc die-cast bracket KS-204 cracked at 38,500 and 41,200 cycles (target 60,000)</a:t>
            </a:r>
          </a:p>
          <a:p>
            <a:pPr/>
            <a:r>
              <a:t>Crack starts at the R0.5 mm inner radius next to the mounting boss</a:t>
            </a:r>
          </a:p>
          <a:p>
            <a:pPr/>
            <a:r>
              <a:t>Sectioning found gas porosity up to 0.4 mm in the crack origin</a:t>
            </a:r>
          </a:p>
          <a:p>
            <a:pPr lvl="1"/>
            <a:r>
              <a:t>FEA peak stress 212 MPa at the radius under the TP-12 load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Options for the armrest fix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71600"/>
          <a:ext cx="8412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65760">
                <a:tc>
                  <a:txBody>
                    <a:bodyPr/>
                    <a:lstStyle/>
                    <a:p>
                      <a:r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cost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Timeline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Zinc, R2.0 radius + rib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+USD 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USD 4,800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+3 weeks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Stamped steel bracket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+USD 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USD 11,500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+5 weeks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Flip-up armrest 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+USD 4.90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USD 26,000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+8 weeks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Assembly time by tester (minutes)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37160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“I want armrests that fold away when I am typing, then come back when I read.” (P08)</a:t>
            </a:r>
          </a:p>
          <a:p>
            <a:pPr/>
            <a:r>
              <a:t>“It is a great chair, it is just enormous. The armrests hit the desk so I cannot pull in.” (P05)</a:t>
            </a:r>
          </a:p>
          <a:p>
            <a:pPr/>
            <a:r>
              <a:t>“Tell me the percentage of recycled plastic and I will believe you.” (P09)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Select armrest option A, B or C for P3</a:t>
            </a:r>
          </a:p>
          <a:p>
            <a:pPr/>
            <a:r>
              <a:t>Close the recycled-content gap (EcoLine mechanism?)</a:t>
            </a:r>
          </a:p>
          <a:p>
            <a:pPr/>
            <a:r>
              <a:t>Approve captive-screw backrest to cut assembly time</a:t>
            </a:r>
          </a:p>
          <a:p>
            <a:pPr/>
            <a:r>
              <a:t>Keep landed unit cost ≤ USD 120 at 5,000 units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KESTREL P2 Design Review</dc:title>
  <dc:subject/>
  <dc:creator/>
  <cp:keywords/>
  <dc:description>generated using python-pptx</dc:description>
  <cp:lastModifiedBy>Aldermoor</cp:lastModifiedBy>
  <cp:revision>1</cp:revision>
  <dcterms:created xsi:type="dcterms:W3CDTF">2026-09-01T09:00:00Z</dcterms:created>
  <dcterms:modified xsi:type="dcterms:W3CDTF">2026-09-01T09:00:00Z</dcterms:modified>
  <cp:category/>
</cp:coreProperties>
</file>